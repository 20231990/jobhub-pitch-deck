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2949CA-AACE-412A-8401-77F976933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6867" y="1322773"/>
            <a:ext cx="7096325" cy="4962629"/>
          </a:xfrm>
        </p:spPr>
        <p:txBody>
          <a:bodyPr>
            <a:normAutofit/>
          </a:bodyPr>
          <a:lstStyle/>
          <a:p>
            <a:r>
              <a:rPr lang="en-US" dirty="0"/>
              <a:t>                       </a:t>
            </a:r>
          </a:p>
          <a:p>
            <a:pPr algn="ctr"/>
            <a:r>
              <a:rPr lang="en-US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Job Hub</a:t>
            </a:r>
          </a:p>
          <a:p>
            <a:endParaRPr lang="en-US" dirty="0"/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Connecting Job Seekers and Employers Seamlessly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Ngwava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Jaqueline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Kaloo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Founder / Developer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  21/11/2025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DB7D9-B02A-45E2-8C6C-EFADE5A9F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253" y="1384916"/>
            <a:ext cx="3654748" cy="479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D4911-088F-477A-90FC-9B35B4246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585926"/>
            <a:ext cx="8915400" cy="532529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                                                    Problem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Job seekers spend too long finding suitable jobs.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Employers struggle to find qualified candidates efficiently.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Existing platforms are fragmented and costly.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CB0B3-93BF-4B0F-AD1B-B4A599FAE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556" y="2967135"/>
            <a:ext cx="5144648" cy="412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623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D92F5-7537-4180-BEF7-E70098744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587829"/>
            <a:ext cx="8915400" cy="5323393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pPr marL="0" indent="0" algn="ctr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Upload CVs, apply to jobs quickly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Employers post jobs, review applications, hire efficiently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Real-time notifications keep users informed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516EC-CB19-47AA-9299-95ADAE7C4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673" y="662474"/>
            <a:ext cx="3340327" cy="343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0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74CAF-30EA-43F7-8192-296506980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6780" y="475860"/>
            <a:ext cx="9204681" cy="7567127"/>
          </a:xfrm>
        </p:spPr>
        <p:txBody>
          <a:bodyPr/>
          <a:lstStyle/>
          <a:p>
            <a:r>
              <a:rPr lang="en-US" dirty="0"/>
              <a:t>Product Demo / Screenshots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E6B4F-9F66-4B04-BF02-D53565F51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591" y="1492897"/>
            <a:ext cx="8243629" cy="450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29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63406F-1F9B-46CC-9A65-C49DE6FEB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6506" y="597159"/>
            <a:ext cx="7568851" cy="5314691"/>
          </a:xfrm>
        </p:spPr>
      </p:pic>
    </p:spTree>
    <p:extLst>
      <p:ext uri="{BB962C8B-B14F-4D97-AF65-F5344CB8AC3E}">
        <p14:creationId xmlns:p14="http://schemas.microsoft.com/office/powerpoint/2010/main" val="220036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7F01C-5E5C-480F-9C07-9665FC593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025" y="612559"/>
            <a:ext cx="8915400" cy="527203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Market Opportunity</a:t>
            </a:r>
          </a:p>
          <a:p>
            <a:pPr marL="0" indent="0" algn="ctr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Online recruitment market size and growth potential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Target audience: graduates, professionals, SMEs, recruiters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Revenue opportunities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030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6FBDB-952C-4BD0-9539-66E80DCEC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532660"/>
            <a:ext cx="8915400" cy="5378562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Business Model</a:t>
            </a:r>
          </a:p>
          <a:p>
            <a:endParaRPr lang="en-US" dirty="0"/>
          </a:p>
          <a:p>
            <a:r>
              <a:rPr lang="en-US" dirty="0"/>
              <a:t>Free for job seekers</a:t>
            </a:r>
          </a:p>
          <a:p>
            <a:r>
              <a:rPr lang="en-US" dirty="0"/>
              <a:t>Paid features for employers:</a:t>
            </a:r>
          </a:p>
          <a:p>
            <a:r>
              <a:rPr lang="en-US" dirty="0"/>
              <a:t> Featured job postings</a:t>
            </a:r>
          </a:p>
          <a:p>
            <a:r>
              <a:rPr lang="en-US" dirty="0"/>
              <a:t>  Subscriptions for multiple listings</a:t>
            </a:r>
          </a:p>
          <a:p>
            <a:r>
              <a:rPr lang="en-US" dirty="0"/>
              <a:t>  Ads or premium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952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10DDF-9384-4CB9-841B-8FD7B30BE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69507"/>
            <a:ext cx="8915400" cy="464171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Technology Stack</a:t>
            </a:r>
          </a:p>
          <a:p>
            <a:r>
              <a:rPr lang="en-US" dirty="0"/>
              <a:t>Frontend: React.js</a:t>
            </a:r>
          </a:p>
          <a:p>
            <a:r>
              <a:rPr lang="en-US" dirty="0"/>
              <a:t> Backend: Node.js / Express</a:t>
            </a:r>
          </a:p>
          <a:p>
            <a:r>
              <a:rPr lang="en-US" dirty="0"/>
              <a:t> Database: MongoDB Atlas</a:t>
            </a:r>
          </a:p>
          <a:p>
            <a:r>
              <a:rPr lang="en-US" dirty="0"/>
              <a:t>Deployment: Render (backend), </a:t>
            </a:r>
            <a:r>
              <a:rPr lang="en-US" dirty="0" err="1"/>
              <a:t>Vercel</a:t>
            </a:r>
            <a:r>
              <a:rPr lang="en-US" dirty="0"/>
              <a:t> (frontend)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37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5ED2F-6828-4DCF-99F3-496B65CDD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020932"/>
            <a:ext cx="8915400" cy="489029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Traction &amp; Milestones</a:t>
            </a:r>
          </a:p>
          <a:p>
            <a:endParaRPr lang="en-US" dirty="0"/>
          </a:p>
          <a:p>
            <a:r>
              <a:rPr lang="en-US" dirty="0"/>
              <a:t>MVP developed and deployed</a:t>
            </a:r>
          </a:p>
          <a:p>
            <a:r>
              <a:rPr lang="en-US" dirty="0"/>
              <a:t>Features: user registration, login, CV upload, job posting, notifications</a:t>
            </a:r>
          </a:p>
          <a:p>
            <a:r>
              <a:rPr lang="en-US" dirty="0"/>
              <a:t>Next steps: scale, acquire users, add premium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7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ACA8C-949B-454F-9E8B-011E0B1CC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674703"/>
            <a:ext cx="8915400" cy="5236519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Competitive Advantage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Faster job search &amp; application</a:t>
            </a:r>
          </a:p>
          <a:p>
            <a:r>
              <a:rPr lang="en-US" dirty="0"/>
              <a:t>Real-time notifications</a:t>
            </a:r>
          </a:p>
          <a:p>
            <a:r>
              <a:rPr lang="en-US" dirty="0"/>
              <a:t>Both employers &amp; job seekers in one ecosystem</a:t>
            </a:r>
          </a:p>
          <a:p>
            <a:r>
              <a:rPr lang="en-US" dirty="0"/>
              <a:t>Scalable &amp; cost-effective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627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A48C-868A-4A8E-AA48-325CFC4E5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763480"/>
            <a:ext cx="8915400" cy="514774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Team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Founder &amp; Developer: </a:t>
            </a:r>
            <a:r>
              <a:rPr lang="en-US" dirty="0" err="1"/>
              <a:t>Ngwava</a:t>
            </a:r>
            <a:r>
              <a:rPr lang="en-US" dirty="0"/>
              <a:t> Jaqueline </a:t>
            </a:r>
            <a:r>
              <a:rPr lang="en-US" dirty="0" err="1"/>
              <a:t>Kaloo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Roles and responsibilities</a:t>
            </a:r>
          </a:p>
          <a:p>
            <a:r>
              <a:rPr lang="en-US" dirty="0"/>
              <a:t>Designed and built full MERN Stack architecture</a:t>
            </a:r>
          </a:p>
          <a:p>
            <a:r>
              <a:rPr lang="en-US" dirty="0"/>
              <a:t>Developed secure API backend with authentication</a:t>
            </a:r>
          </a:p>
          <a:p>
            <a:r>
              <a:rPr lang="en-US" dirty="0"/>
              <a:t>Built interactive React user interfaces</a:t>
            </a:r>
          </a:p>
          <a:p>
            <a:r>
              <a:rPr lang="en-US" dirty="0"/>
              <a:t>Managed MongoDB database and optimized schema</a:t>
            </a:r>
          </a:p>
          <a:p>
            <a:r>
              <a:rPr lang="en-US" dirty="0"/>
              <a:t>Deployed platform (Render + </a:t>
            </a:r>
            <a:r>
              <a:rPr lang="en-US" dirty="0" err="1"/>
              <a:t>Vercel</a:t>
            </a:r>
            <a:r>
              <a:rPr lang="en-US" dirty="0"/>
              <a:t> + Atlas)</a:t>
            </a:r>
          </a:p>
          <a:p>
            <a:r>
              <a:rPr lang="en-US" dirty="0"/>
              <a:t>Implemented CV uploads and notifications</a:t>
            </a:r>
          </a:p>
          <a:p>
            <a:r>
              <a:rPr lang="en-US" dirty="0"/>
              <a:t>Ensured security, performance, and reliability</a:t>
            </a:r>
          </a:p>
          <a:p>
            <a:r>
              <a:rPr lang="en-US" dirty="0"/>
              <a:t>Tested and maintained system end-to-end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110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CFAE1-1705-428B-B863-2466684BD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Call to Action</a:t>
            </a:r>
          </a:p>
          <a:p>
            <a:pPr marL="0" indent="0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 Seeking funding, partnerships, or mentorship</a:t>
            </a:r>
          </a:p>
          <a:p>
            <a:r>
              <a:rPr lang="en-US" dirty="0"/>
              <a:t> Goals: grow user base, enhance features, scale platform</a:t>
            </a:r>
          </a:p>
          <a:p>
            <a:r>
              <a:rPr lang="en-US" dirty="0"/>
              <a:t> Contact info: email, phone, website</a:t>
            </a:r>
          </a:p>
          <a:p>
            <a:pPr marL="0" indent="0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829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84024-A7DE-4B16-A24F-030181EC2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25118"/>
            <a:ext cx="8915400" cy="4686104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Thank You</a:t>
            </a:r>
          </a:p>
          <a:p>
            <a:pPr marL="0" indent="0" algn="ctr">
              <a:buNone/>
            </a:pPr>
            <a:endParaRPr lang="en-US" b="1" dirty="0"/>
          </a:p>
          <a:p>
            <a:r>
              <a:rPr lang="en-US" dirty="0"/>
              <a:t>Job Hub Logo</a:t>
            </a:r>
          </a:p>
          <a:p>
            <a:r>
              <a:rPr lang="en-US" dirty="0"/>
              <a:t> Tagline</a:t>
            </a:r>
          </a:p>
          <a:p>
            <a:r>
              <a:rPr lang="en-US" dirty="0"/>
              <a:t>Questions?</a:t>
            </a:r>
          </a:p>
          <a:p>
            <a:r>
              <a:rPr lang="en-US" dirty="0"/>
              <a:t>Contact info</a:t>
            </a:r>
          </a:p>
          <a:p>
            <a:pPr marL="0" indent="0" algn="ctr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0226288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94</TotalTime>
  <Words>309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25</cp:revision>
  <dcterms:created xsi:type="dcterms:W3CDTF">2025-11-20T16:47:07Z</dcterms:created>
  <dcterms:modified xsi:type="dcterms:W3CDTF">2025-11-20T18:21:52Z</dcterms:modified>
</cp:coreProperties>
</file>